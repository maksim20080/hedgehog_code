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833" r:id="rId2"/>
  </p:sldMasterIdLst>
  <p:sldIdLst>
    <p:sldId id="256" r:id="rId3"/>
    <p:sldId id="257" r:id="rId4"/>
    <p:sldId id="258" r:id="rId5"/>
    <p:sldId id="264" r:id="rId6"/>
    <p:sldId id="265" r:id="rId7"/>
    <p:sldId id="263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8B8"/>
    <a:srgbClr val="F8F69A"/>
    <a:srgbClr val="3B0DBB"/>
    <a:srgbClr val="A0DA86"/>
    <a:srgbClr val="F3EF57"/>
    <a:srgbClr val="BBB70D"/>
    <a:srgbClr val="5656F4"/>
    <a:srgbClr val="56F4A5"/>
    <a:srgbClr val="8BB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8" autoAdjust="0"/>
    <p:restoredTop sz="94660"/>
  </p:normalViewPr>
  <p:slideViewPr>
    <p:cSldViewPr snapToGrid="0">
      <p:cViewPr varScale="1">
        <p:scale>
          <a:sx n="54" d="100"/>
          <a:sy n="54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093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60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19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184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688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32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32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625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01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17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810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8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485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89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170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422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624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812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770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888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065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510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619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896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760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5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95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1377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5463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6704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1003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9335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1789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14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6690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A05A4C-350C-47E8-84D2-CE76123FD475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A47E74-D547-4EA8-82FF-B1A40329A7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9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h.ru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h.ru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h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A411D-E67E-A1F2-AF97-204E39110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532" y="2153522"/>
            <a:ext cx="7766936" cy="164630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«Ёжкин код» представляет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0B6A35-9621-C2A2-C440-66ABEE1BF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576" y="5306679"/>
            <a:ext cx="10297085" cy="1122363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Участники:</a:t>
            </a:r>
          </a:p>
          <a:p>
            <a:r>
              <a:rPr lang="ru-RU" sz="24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Битюцкая Анастасия (дизайнер), Евченков Александр (менеджер), Соня Сорокина (разработчик), Зарвинова Таня (дизайнер)</a:t>
            </a:r>
          </a:p>
        </p:txBody>
      </p:sp>
    </p:spTree>
    <p:extLst>
      <p:ext uri="{BB962C8B-B14F-4D97-AF65-F5344CB8AC3E}">
        <p14:creationId xmlns:p14="http://schemas.microsoft.com/office/powerpoint/2010/main" val="341703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9099-EABA-0678-4A88-F949750E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D3E36-2E1A-5DE7-FD8D-84C5697DA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24" y="1"/>
            <a:ext cx="10578352" cy="788893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Проблематика и целевая аудитория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3BFA95-72FA-6EFD-BFFE-EE31E65FA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906" y="1057834"/>
            <a:ext cx="11636188" cy="5199529"/>
          </a:xfrm>
        </p:spPr>
        <p:txBody>
          <a:bodyPr>
            <a:noAutofit/>
          </a:bodyPr>
          <a:lstStyle/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Целевая Аудитория: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школьники 9–11 классов, студенты СПО и вузов (16–22 года)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Главные проблемы: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 знают, кем хотят стать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 понимают, какие навыки развивать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Трудно найти первую работу/стажировку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Последствия: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риск потерять потенциал, долгий старт карьеры</a:t>
            </a:r>
            <a:endParaRPr lang="ru-RU" sz="2800" b="1" i="1" dirty="0">
              <a:solidFill>
                <a:srgbClr val="F3EF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974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C712-AB87-0EA1-9822-367BC63D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20A96-C20A-AF4A-8116-EDCEDDD03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693" y="0"/>
            <a:ext cx="9592235" cy="699246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Наше решение: </a:t>
            </a:r>
            <a:r>
              <a:rPr lang="ru-RU" sz="4400" b="1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AI-агент в Telegram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BCCB6D-7BEB-D086-8203-07086D5E7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55" y="699246"/>
            <a:ext cx="7404844" cy="6006353"/>
          </a:xfrm>
        </p:spPr>
        <p:txBody>
          <a:bodyPr>
            <a:noAutofit/>
          </a:bodyPr>
          <a:lstStyle/>
          <a:p>
            <a:pPr algn="l"/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Бот </a:t>
            </a:r>
            <a:r>
              <a:rPr lang="ru-RU" sz="2800" dirty="0" err="1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помошник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ru-RU" sz="28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@Amoralsztest_bot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Почему Telegram:</a:t>
            </a:r>
            <a:r>
              <a:rPr lang="ru-RU" sz="26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Доступность, привычный интерфейс для ЦА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умеет: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Профориентационная диагностика (4 вопроса)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AI-генерация персонализированных рекомендаций (профессии + план на год)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Поиск стажировок и вакансий с </a:t>
            </a: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hh.ru</a:t>
            </a: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(без опыта)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Поддержка русского и английского языка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Сохранение профиля в базе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A9596-3E30-F76D-C699-D82994A54D24}"/>
              </a:ext>
            </a:extLst>
          </p:cNvPr>
          <p:cNvSpPr txBox="1"/>
          <p:nvPr/>
        </p:nvSpPr>
        <p:spPr>
          <a:xfrm>
            <a:off x="7543799" y="2163539"/>
            <a:ext cx="464820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Используемые технологии: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Open-source языковая модель (</a:t>
            </a:r>
            <a:r>
              <a:rPr lang="ru-RU" sz="2600" dirty="0" err="1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Deepseek</a:t>
            </a: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Интеграция с Telegram 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Парсинг открытых источников вакансий</a:t>
            </a:r>
          </a:p>
        </p:txBody>
      </p:sp>
    </p:spTree>
    <p:extLst>
      <p:ext uri="{BB962C8B-B14F-4D97-AF65-F5344CB8AC3E}">
        <p14:creationId xmlns:p14="http://schemas.microsoft.com/office/powerpoint/2010/main" val="117421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C2F4-FACE-755E-F9A9-1B94D8D0E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F1EBE-1046-0CE6-B874-3077C7C0B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576" y="0"/>
            <a:ext cx="7010400" cy="917388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Техническая архитектура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FCF725-C0A4-3A13-D038-205A59977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164" y="1580775"/>
            <a:ext cx="10452848" cy="4873813"/>
          </a:xfrm>
        </p:spPr>
        <p:txBody>
          <a:bodyPr>
            <a:noAutofit/>
          </a:bodyPr>
          <a:lstStyle/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Язык</a:t>
            </a:r>
            <a:r>
              <a:rPr lang="ru-RU" sz="3200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3.9+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Библиотеки</a:t>
            </a:r>
            <a:r>
              <a:rPr lang="ru-RU" sz="3200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python-telegram-bot, </a:t>
            </a:r>
            <a:r>
              <a:rPr lang="en-US" sz="2800" i="1" dirty="0" err="1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huggingface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-hub, requests</a:t>
            </a:r>
          </a:p>
          <a:p>
            <a:pPr algn="l"/>
            <a:r>
              <a:rPr lang="en-US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</a:t>
            </a:r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модель:</a:t>
            </a:r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Qwen/Qwen2.5-7B-Instruct (</a:t>
            </a: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через бесплатный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Hugging Face Inference API)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База данных:</a:t>
            </a:r>
            <a:r>
              <a:rPr lang="ru-RU" sz="3200" b="1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SQLite (</a:t>
            </a: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хранит профили, рекомендации, языковые настройки)</a:t>
            </a:r>
          </a:p>
          <a:p>
            <a:pPr algn="l"/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Источник вакансий</a:t>
            </a:r>
            <a:r>
              <a:rPr lang="ru-RU" sz="3200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hh.ru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API (</a:t>
            </a:r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фильтр «без опыта», ключевые слова: стажёр, </a:t>
            </a:r>
            <a:r>
              <a:rPr lang="en-US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junior, intern, trainee)</a:t>
            </a:r>
          </a:p>
          <a:p>
            <a:pPr algn="l"/>
            <a:endParaRPr lang="ru-RU" sz="2800" dirty="0">
              <a:solidFill>
                <a:srgbClr val="F3EF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795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70926-E404-8FF5-1E3F-F059722EA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88" y="-73973"/>
            <a:ext cx="10515600" cy="1201271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Функциональные компоненты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2C26BE-D923-FE86-8984-380D9B6D1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60" y="1253931"/>
            <a:ext cx="6113928" cy="33191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диагностики</a:t>
            </a:r>
          </a:p>
          <a:p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Последовательный сбор: возраст → интересы → образование → навыки</a:t>
            </a:r>
          </a:p>
          <a:p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Валидация возраста (14–30 лет, но ЦА 16–22)</a:t>
            </a:r>
          </a:p>
          <a:p>
            <a:endParaRPr lang="ru-RU" sz="2800" dirty="0">
              <a:solidFill>
                <a:srgbClr val="F3EF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7A1C6-F9FA-1E39-8730-6D1817E1D9F8}"/>
              </a:ext>
            </a:extLst>
          </p:cNvPr>
          <p:cNvSpPr txBox="1"/>
          <p:nvPr/>
        </p:nvSpPr>
        <p:spPr>
          <a:xfrm>
            <a:off x="6302188" y="1127298"/>
            <a:ext cx="6113928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ru-RU" sz="3200" b="1" i="0" u="sng" strike="noStrike" kern="1200" cap="none" spc="0" normalizeH="0" baseline="0" noProof="0" dirty="0">
                <a:ln>
                  <a:noFill/>
                </a:ln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AI-анализ</a:t>
            </a:r>
            <a:endParaRPr kumimoji="0" lang="ru-RU" sz="3200" b="0" i="0" u="sng" strike="noStrike" kern="1200" cap="none" spc="0" normalizeH="0" baseline="0" noProof="0" dirty="0">
              <a:ln>
                <a:noFill/>
              </a:ln>
              <a:solidFill>
                <a:srgbClr val="F8F69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Отправка данных в модель </a:t>
            </a:r>
            <a:r>
              <a:rPr kumimoji="0" lang="ru-RU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Qwen</a:t>
            </a:r>
            <a:endParaRPr kumimoji="0" lang="ru-RU" sz="2800" b="0" i="1" u="none" strike="noStrike" kern="1200" cap="none" spc="0" normalizeH="0" baseline="0" noProof="0" dirty="0">
              <a:ln>
                <a:noFill/>
              </a:ln>
              <a:solidFill>
                <a:srgbClr val="F3EF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На выходе: список подходящих профессий + пошаговый план развития на 12 месяцев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5F687-95E6-7A77-098C-072D558FFF6B}"/>
              </a:ext>
            </a:extLst>
          </p:cNvPr>
          <p:cNvSpPr txBox="1"/>
          <p:nvPr/>
        </p:nvSpPr>
        <p:spPr>
          <a:xfrm>
            <a:off x="331694" y="4289653"/>
            <a:ext cx="6239434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ru-RU" sz="3200" b="1" i="0" u="sng" strike="noStrike" kern="1200" cap="none" spc="0" normalizeH="0" baseline="0" noProof="0" dirty="0">
                <a:ln>
                  <a:noFill/>
                </a:ln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Рекомендательная система</a:t>
            </a:r>
            <a:endParaRPr kumimoji="0" lang="ru-RU" sz="3200" b="0" i="0" u="sng" strike="noStrike" kern="1200" cap="none" spc="0" normalizeH="0" baseline="0" noProof="0" dirty="0">
              <a:ln>
                <a:noFill/>
              </a:ln>
              <a:solidFill>
                <a:srgbClr val="F8F69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Сохранение последнего плана в БД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Возможность повторно показать рекомендации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614B6-876B-27C7-9CC9-8AF0C24FF7E3}"/>
              </a:ext>
            </a:extLst>
          </p:cNvPr>
          <p:cNvSpPr txBox="1"/>
          <p:nvPr/>
        </p:nvSpPr>
        <p:spPr>
          <a:xfrm>
            <a:off x="6176682" y="3944471"/>
            <a:ext cx="6239434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kumimoji="0" lang="ru-RU" sz="3200" b="1" i="0" u="sng" strike="noStrike" kern="1200" cap="none" spc="0" normalizeH="0" baseline="0" noProof="0" dirty="0">
                <a:ln>
                  <a:noFill/>
                </a:ln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Поиск вакансий</a:t>
            </a:r>
            <a:endParaRPr kumimoji="0" lang="ru-RU" sz="3200" b="0" i="0" u="sng" strike="noStrike" kern="1200" cap="none" spc="0" normalizeH="0" baseline="0" noProof="0" dirty="0">
              <a:ln>
                <a:noFill/>
              </a:ln>
              <a:solidFill>
                <a:srgbClr val="F8F69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Формирование поискового запроса из </a:t>
            </a:r>
            <a:r>
              <a:rPr kumimoji="0" lang="ru-RU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навыков+интересов</a:t>
            </a:r>
            <a:endParaRPr kumimoji="0" lang="ru-RU" sz="2800" b="0" i="1" u="none" strike="noStrike" kern="1200" cap="none" spc="0" normalizeH="0" baseline="0" noProof="0" dirty="0">
              <a:ln>
                <a:noFill/>
              </a:ln>
              <a:solidFill>
                <a:srgbClr val="F3EF5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Выдача свежих стажировок с </a:t>
            </a: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hh.ru</a:t>
            </a:r>
            <a:r>
              <a:rPr kumimoji="0" lang="ru-RU" sz="2800" b="0" i="1" u="none" strike="noStrike" kern="1200" cap="none" spc="0" normalizeH="0" baseline="0" noProof="0" dirty="0">
                <a:ln>
                  <a:noFill/>
                </a:ln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 с ссылками и зарплатами</a:t>
            </a:r>
          </a:p>
        </p:txBody>
      </p:sp>
    </p:spTree>
    <p:extLst>
      <p:ext uri="{BB962C8B-B14F-4D97-AF65-F5344CB8AC3E}">
        <p14:creationId xmlns:p14="http://schemas.microsoft.com/office/powerpoint/2010/main" val="412966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C1800-554E-5EB4-4E7C-C86F3E1B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29" y="0"/>
            <a:ext cx="8167698" cy="1004047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Пользовательский сценарий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B171F6-BA5E-025E-6B13-EA0379AA6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77" y="1004048"/>
            <a:ext cx="7673788" cy="5488828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ru-RU" sz="3200" dirty="0" err="1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</a:t>
            </a:r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главное меню (кнопки)</a:t>
            </a:r>
          </a:p>
          <a:p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«Пройти диагностику» 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ответы на 4 вопроса</a:t>
            </a:r>
          </a:p>
          <a:p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Бот генерирует AI-рекомендации (10–20 секунд) 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показывает профессии и план</a:t>
            </a:r>
          </a:p>
          <a:p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«Найти вакансии» 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бот ищет стажировки по навыкам пользователя</a:t>
            </a:r>
          </a:p>
          <a:p>
            <a:r>
              <a:rPr lang="ru-RU" sz="32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«Сменить язык» 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переключение на English (все сообщения и AI-</a:t>
            </a:r>
            <a:r>
              <a:rPr lang="ru-RU" sz="2800" dirty="0" err="1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промпты</a:t>
            </a:r>
            <a:r>
              <a:rPr lang="ru-RU" sz="2800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меняются)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76113D-51C2-88E7-ED39-80FBC8C7E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49" y="1004048"/>
            <a:ext cx="3340473" cy="5488828"/>
          </a:xfrm>
          <a:prstGeom prst="rect">
            <a:avLst/>
          </a:prstGeom>
          <a:effectLst>
            <a:glow rad="228600">
              <a:schemeClr val="bg2">
                <a:lumMod val="5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9969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C0668-6498-093E-727E-5B4962AA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942" y="1"/>
            <a:ext cx="6574115" cy="1021976"/>
          </a:xfrm>
        </p:spPr>
        <p:txBody>
          <a:bodyPr>
            <a:noAutofit/>
          </a:bodyPr>
          <a:lstStyle/>
          <a:p>
            <a:r>
              <a:rPr lang="ru-RU" sz="4400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Результаты и ценность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845265-5D2C-6279-9109-A0A721726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510" y="1201271"/>
            <a:ext cx="11466978" cy="5234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пользователя</a:t>
            </a:r>
            <a:r>
              <a:rPr lang="ru-RU" sz="3200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/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Осознанный выбор профессии</a:t>
            </a:r>
          </a:p>
          <a:p>
            <a:pPr lvl="1"/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Конкретный годовой план развития</a:t>
            </a:r>
          </a:p>
          <a:p>
            <a:pPr lvl="1"/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Реальные вакансии для старта карьеры</a:t>
            </a:r>
          </a:p>
          <a:p>
            <a:pPr marL="0" indent="0">
              <a:buNone/>
            </a:pPr>
            <a:r>
              <a:rPr lang="ru-RU" sz="3200" b="1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МТС / рынка</a:t>
            </a:r>
            <a:r>
              <a:rPr lang="ru-RU" sz="3200" u="sng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/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Снижение кадрового голода среди молодёжи</a:t>
            </a:r>
          </a:p>
          <a:p>
            <a:pPr lvl="1"/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Автоматизация профориентации через open-source AI</a:t>
            </a:r>
          </a:p>
          <a:p>
            <a:pPr lvl="1"/>
            <a:r>
              <a:rPr lang="ru-RU" sz="2800" i="1" dirty="0">
                <a:solidFill>
                  <a:srgbClr val="F3EF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Масштабируемость (можно добавить другие источники вакансий и модели)</a:t>
            </a:r>
          </a:p>
        </p:txBody>
      </p:sp>
    </p:spTree>
    <p:extLst>
      <p:ext uri="{BB962C8B-B14F-4D97-AF65-F5344CB8AC3E}">
        <p14:creationId xmlns:p14="http://schemas.microsoft.com/office/powerpoint/2010/main" val="231605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55B7-DA1F-EA7E-E570-9860898B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88676-B071-9EC7-FB68-60041BC42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534" y="2451847"/>
            <a:ext cx="9542929" cy="977153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rgbClr val="FAF8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Спасибо, за уделённое время! 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7C53AA-D20F-21C0-5C1D-E79F19E91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4635" y="3581400"/>
            <a:ext cx="7942729" cy="2792506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Приглашение протестировать бота: @Amoralsztest_bot</a:t>
            </a:r>
          </a:p>
          <a:p>
            <a:pPr algn="ctr"/>
            <a:endParaRPr lang="ru-RU" sz="3600" dirty="0">
              <a:solidFill>
                <a:srgbClr val="F8F69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ru-RU" sz="3600" dirty="0">
                <a:solidFill>
                  <a:srgbClr val="F8F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289317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1_Небесная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366</TotalTime>
  <Words>421</Words>
  <Application>Microsoft Office PowerPoint</Application>
  <PresentationFormat>Широкоэкранный</PresentationFormat>
  <Paragraphs>63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Небесная</vt:lpstr>
      <vt:lpstr>1_Небесная</vt:lpstr>
      <vt:lpstr>Команда «Ёжкин код» представляет</vt:lpstr>
      <vt:lpstr>Проблематика и целевая аудитория</vt:lpstr>
      <vt:lpstr>Наше решение: AI-агент в Telegram</vt:lpstr>
      <vt:lpstr>Техническая архитектура</vt:lpstr>
      <vt:lpstr>Функциональные компоненты</vt:lpstr>
      <vt:lpstr>Пользовательский сценарий</vt:lpstr>
      <vt:lpstr>Результаты и ценность</vt:lpstr>
      <vt:lpstr>Спасибо, за уделённое время!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«Ёжкин код» представляет</dc:title>
  <dc:creator>nastabituckaa30@gmail.com</dc:creator>
  <cp:lastModifiedBy>nastabituckaa30@gmail.com</cp:lastModifiedBy>
  <cp:revision>9</cp:revision>
  <dcterms:created xsi:type="dcterms:W3CDTF">2026-04-04T16:40:58Z</dcterms:created>
  <dcterms:modified xsi:type="dcterms:W3CDTF">2026-04-05T06:42:25Z</dcterms:modified>
</cp:coreProperties>
</file>